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UFCFWQ-45-M  •  INTERDISCIPLINARY GROUP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Improving Insight Quality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Amazon App Reviews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  +  Fake Review Detection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204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•  UWE Bristol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Pranika Shrestha  •  Puja Gohel  •  Ajay Bhuj  •  Subhashree Thapa  •  Aharan Elankovan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41732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417320"/>
            <a:ext cx="1572768" cy="8686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276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" y="2377440"/>
            <a:ext cx="1389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Pranika Shrestha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3776" y="27889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Coordination Lead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9496" y="3108960"/>
            <a:ext cx="12984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evaluation &amp; Sentiment dashboard page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93976" y="141732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93976" y="1417320"/>
            <a:ext cx="1572768" cy="8686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62763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85416" y="2377440"/>
            <a:ext cx="1389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Puja Gohel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185416" y="27889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EDA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231136" y="3108960"/>
            <a:ext cx="12984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Cleaning, exploration &amp; EDA dashboard page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785616" y="141732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85616" y="1417320"/>
            <a:ext cx="1572768" cy="8686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62763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77056" y="2377440"/>
            <a:ext cx="1389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Ajay Bhuj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877056" y="27889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Modelling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922776" y="3108960"/>
            <a:ext cx="12984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&amp; Live Prediction page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77256" y="141732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77256" y="1417320"/>
            <a:ext cx="1572768" cy="8686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62763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68696" y="2377440"/>
            <a:ext cx="1389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Subhashree Thapa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568696" y="27889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Anomaly Detection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614416" y="3108960"/>
            <a:ext cx="12984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Isolation Forest &amp; Anomaly dashboard page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168896" y="141732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68896" y="1417320"/>
            <a:ext cx="1572768" cy="8686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62763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60336" y="2377440"/>
            <a:ext cx="138988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Aharan Elankovan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260336" y="27889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Data Prep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306056" y="3108960"/>
            <a:ext cx="129844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Labelling, splits &amp; documentation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review reliability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reviews shape almost every purchase decision.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the data is messy.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45720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or copy-paste reviews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One-word ratings with no real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rating that doesn't match the actual tone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Sudden bursts of suspiciously similar reviews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this noise goes unchecked, businesses make decisions on misleading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3200400" cy="3291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0" y="210312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</a:rPr>
              <a:t>Most</a:t>
            </a:r>
          </a:p>
        </p:txBody>
      </p:sp>
      <p:sp>
        <p:nvSpPr>
          <p:cNvPr id="12" name="Text 9"/>
          <p:cNvSpPr/>
          <p:nvPr/>
        </p:nvSpPr>
        <p:spPr>
          <a:xfrm>
            <a:off x="5669280" y="30175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online shoppers consult reviews before buying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0" y="3703320"/>
            <a:ext cx="457200" cy="274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of those reviews directly impacts customer trust.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Existing Research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reviewed prior work in two areas to inform our design decisions.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3931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7510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745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35204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studies use TF-IDF with classic models like Logistic Regression — strong, interpretable baselines.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work explores deep models (e.g. BERT) for better context  but at much higher cost.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still struggle with informal language and short, noisy reviews.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874520"/>
            <a:ext cx="3931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874520"/>
            <a:ext cx="3931920" cy="5029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7510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8745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REVIEW DETECTION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2514600"/>
            <a:ext cx="35204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highlights signals like repetitive language, posting bursts, and rating-text mismatches.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methods (e.g. Isolation Forest) are common because labelled fake-review datasets are rare.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Hardest part: telling unusual genuine behaviour apart from genuinely fake reviews.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take:  </a:t>
            </a: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 studies combine </a:t>
            </a:r>
            <a:r>
              <a:rPr lang="en-US" sz="1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</a:t>
            </a: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</a:t>
            </a:r>
            <a:r>
              <a:rPr lang="en-US" sz="1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</a:t>
            </a: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workflow , that is the gap we set out to fill.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SET OUT TO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Aim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88720" y="1691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system that improves how reliable and meaningful Amazon app review insights are.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" y="23774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542032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542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31546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the data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" y="361188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what 82,000 real Amazon reviews actually look like.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51176" y="23774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34056" y="2542032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34056" y="2542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34056" y="31546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suspicious reviews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734056" y="361188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 reviews that don't look genuine, using both rules and AI.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26864" y="23774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9744" y="2542032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9744" y="2542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09744" y="31546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customer sentiment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809744" y="361188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reviews as positive or negative automatically.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702552" y="23774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885432" y="2542032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85432" y="2542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885432" y="315468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 it together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885432" y="3611880"/>
            <a:ext cx="1600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everything in an easy dashboard anyone can use.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OUR APPROACH IS DIFFERENT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Gap We Are Filling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RESEARCH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at </a:t>
            </a:r>
            <a:r>
              <a:rPr lang="en-US" sz="12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alone</a:t>
            </a: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assumes all reviews are equally trustworthy.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studies </a:t>
            </a:r>
            <a:r>
              <a:rPr lang="en-US" sz="12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review detection separately</a:t>
            </a: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without acting on what those reviews actually say.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4320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83480" y="201168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</a:t>
            </a:r>
            <a:r>
              <a:rPr lang="en-US" sz="125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trustworthiness first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before  flagging suspicious reviews 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we </a:t>
            </a:r>
            <a:r>
              <a:rPr lang="en-US" sz="125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sentiment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on the cleaner data  and make it all interactive in one dashboard.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perspectives, one integrated insight.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Worked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followed an Agile approach with bi-weekly sprints, clear roles, and shared tools.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874520"/>
            <a:ext cx="1965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1772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3212" y="26060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Bi-weekly Sprints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8932" y="30175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Agile cycles that let us adapt as challenges came 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6604" y="1874520"/>
            <a:ext cx="1965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6604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844" y="2103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38044" y="26060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Trello &amp; Gantt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83764" y="30175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Trello for weekly tasks, Gantt for the overall timeline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31436" y="1874520"/>
            <a:ext cx="1965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31436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2103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22876" y="26060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Meetings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68596" y="30175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documented meetings  minutes recorded each time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16268" y="1874520"/>
            <a:ext cx="1965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16268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508" y="21031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7708" y="26060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Ownership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853428" y="3017520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member led one phase, supported the others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4069080"/>
            <a:ext cx="7863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WE USED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(Jupyter)  •  Streamlit  •  Plotly  •  GitLab (version control)  •  Trello  •  Google Drive  •  Microsoft Teams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BUILT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4-Phase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" y="2011680"/>
            <a:ext cx="1691640" cy="1691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60220" y="1874520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6022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" y="237744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8660" y="288036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and study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82k reviews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2738628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74620" y="2011680"/>
            <a:ext cx="1691640" cy="1691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63340" y="1874520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334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66060" y="237744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811780" y="288036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suspicious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patterns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738628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77740" y="2011680"/>
            <a:ext cx="1691640" cy="1691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66460" y="1874520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6646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69180" y="237744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14900" y="288036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sentiment of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genuine reviews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738628"/>
            <a:ext cx="228600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80860" y="2011680"/>
            <a:ext cx="1691640" cy="1691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69580" y="1874520"/>
            <a:ext cx="502920" cy="502920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06958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972300" y="237744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018020" y="288036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 it together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dashboard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Reviews  →  Cleaned Data  →  Trusted Reviews  →  Sentiment Predictions  →  Dashboard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started with 82,069 real Amazon app reviews and looked closely at what was inside.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8745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1772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" y="20116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8932" y="26974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6604" y="18745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6604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8044" y="20116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83764" y="26974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built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each 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1436" y="18745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1436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2876" y="20116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68596" y="26974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1-star ratings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(strong negativity)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6268" y="18745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6268" y="1874520"/>
            <a:ext cx="196596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7708" y="201168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yrs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3428" y="269748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review history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(2018 – 2026)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20440"/>
            <a:ext cx="73152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11880"/>
            <a:ext cx="7955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noticed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886200"/>
            <a:ext cx="7772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are short — most are under 30 words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duplicate or near-duplicate texts ("good", "great", "excellent")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Strongly imbalanced: people leave reviews when very happy or very angry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Activity spikes on certain dates suggest possible coordinated posting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Spotting Suspicious Reviews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combined two approaches , one based on simple human logic, one based on AI.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39319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476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74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simple checks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880360"/>
            <a:ext cx="35204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short review with extreme rating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Excessive capital letters or "!!!"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or copy-paste 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rating doesn't match the words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87452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874520"/>
            <a:ext cx="3931920" cy="4572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4767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18745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MODEL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37760" y="2468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Pattern-spotting algorithm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2880360"/>
            <a:ext cx="3611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at all 21 review features at once and isolates the unusual ones  without ever being told what "fake" looks like. It learns by spotting outliers.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review is flagged only when both sides agree — fewer false positives, more confidence.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Found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2,873</a:t>
            </a:r>
            <a:endParaRPr lang="en-US" sz="76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flagged as suspicious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103120" y="3794760"/>
            <a:ext cx="457200" cy="274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8862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around 3.5% of all reviews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decided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755648"/>
            <a:ext cx="457200" cy="274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tested three sensitivity levels and chose the balanced option: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23317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2331720"/>
            <a:ext cx="54864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23317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(5%)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3317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cautious, misses real fakes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9718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971800"/>
            <a:ext cx="54864" cy="54864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9718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(10%)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29718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trade-off , what we picked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36118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54880" y="3611880"/>
            <a:ext cx="54864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61188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Loose (15%)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92240" y="361188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Risks removing genuine reviews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0" y="43434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methods (rules + AI) had to agree. Fewer false alarms, more trust in the result.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Customer Sentiment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taught a model to read each review and decide: is this person happy or unhappy?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2606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76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476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4–5 stars = positive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1–2 stars = negative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stars set aside (too neutral)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68980" y="18745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874520"/>
            <a:ext cx="2606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6140" y="19476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6140" y="19476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63340" y="18745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text to numbers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1860" y="256032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review becomes a list of word patterns the computer can read.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87452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874520"/>
            <a:ext cx="2606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9476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476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8745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&amp; compare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560320"/>
            <a:ext cx="224028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tried two well-known models and picked the stronger 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72,485 reviews</a:t>
            </a:r>
            <a:r>
              <a:rPr lang="en-US" sz="12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•   </a:t>
            </a:r>
            <a:r>
              <a:rPr lang="en-US" sz="1200" b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Split: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training / 20% testing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Well Did the Model 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BEST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9319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92.28%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on unseen reviews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3657600"/>
            <a:ext cx="457200" cy="274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Confirmed by repeated testing across 5 different splits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Side-by-side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755648"/>
            <a:ext cx="457200" cy="274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202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19202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3931920" cy="457200"/>
          </a:xfrm>
          <a:prstGeom prst="rect">
            <a:avLst/>
          </a:prstGeom>
          <a:solidFill>
            <a:srgbClr val="FFF3EE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5059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20640" y="23317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75120" y="2331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92.28%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2331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83464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Bayes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75120" y="2834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90.49%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89520" y="28346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54880" y="352044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simpler, more interpretable model performed slightly better and it's easier to explain.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SURPRISING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Over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Removing fake reviews </a:t>
            </a:r>
            <a:r>
              <a:rPr lang="en-US" sz="1800" b="1" i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didn't boost </a:t>
            </a: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model's accuracy  but it made the insights </a:t>
            </a:r>
            <a:r>
              <a:rPr lang="en-US" sz="1800" b="1" i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trustworthy.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743200"/>
            <a:ext cx="73152" cy="1783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WE ONLY CARED ABOUT ACCURACY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320040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could keep all 82k reviews  including fakes. The model performs about the same on paper.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743200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743200"/>
            <a:ext cx="73152" cy="17830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28803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CHOSE TO FILTER ANYWAY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83480" y="320040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Predictions on real customers should come from real customer voices not fake ones. Trust &gt; a fraction of a percent.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Bringing It All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 dashboard that lets anyone  technical or not, explore everything we built.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" y="18745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1772" y="1874520"/>
            <a:ext cx="1965960" cy="594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" y="1920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01852" y="19202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" y="2606040"/>
            <a:ext cx="1600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numbers and a snapshot of all results in one screen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6604" y="18745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6604" y="1874520"/>
            <a:ext cx="1965960" cy="594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3764" y="1920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86684" y="19202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Suspicious 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29484" y="2606040"/>
            <a:ext cx="1600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which reviews were flagged and why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1436" y="18745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1436" y="1874520"/>
            <a:ext cx="1965960" cy="594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8596" y="1920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71516" y="19202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4316" y="2606040"/>
            <a:ext cx="1600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clouds, model performance 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6268" y="1874520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6268" y="1874520"/>
            <a:ext cx="1965960" cy="594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3428" y="19202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56348" y="192024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Prediction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9148" y="2606040"/>
            <a:ext cx="1600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or upload a review, get an instant verdict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Streamlit  •  Interactive charts  •  Runs in any browser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IN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pastes any review — and the dashboard responds in real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a review: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6118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"Worst app ever  keeps crashing whenever I try to checkout!"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280160" cy="3657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 upload a CSV for batch prediction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28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RESULT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4688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Sentiment: </a:t>
            </a:r>
            <a:r>
              <a:rPr lang="en-US" sz="1400" b="1" dirty="0">
                <a:solidFill>
                  <a:srgbClr val="B9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3657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20040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Confidence: </a:t>
            </a:r>
            <a:r>
              <a:rPr lang="en-US" sz="12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794760"/>
            <a:ext cx="36576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02336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394960" y="37947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check: </a:t>
            </a:r>
            <a:r>
              <a:rPr lang="en-US" sz="1200" b="1" dirty="0">
                <a:solidFill>
                  <a:srgbClr val="1580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genuine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HARD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How We Tackled Them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61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"ground truth" for fake reviews , there's no list saying which ones are really fake.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7744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3500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FIX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40080" y="262432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rule-based checks with an unsupervised AI model and required both to agree before flagging. Validated with PCA visualisations and inter-method agreement.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417320"/>
            <a:ext cx="73152" cy="15544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53619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1508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846320" y="178308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Imbalanced sentiment data  far more negative reviews than positive.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46320" y="230428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77440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20640" y="23500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FIX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846320" y="262432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a stratified train/test split and class-balancing in the model so it learnt fairly from both sides.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3200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640080" y="347472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obvious "right" sensitivity setting for the anomaly model.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40080" y="399592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" y="40416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FIX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40080" y="4315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 a sensitivity analysis at 5%, 10% and 15% and chose 10% as the balanced trade-off , fewer false alarms without missing real issues.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663439" y="3108959"/>
            <a:ext cx="4060099" cy="161407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663440" y="3108960"/>
            <a:ext cx="73152" cy="161407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22783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20640" y="32004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846320" y="347472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Combining different team members' outputs into one dashboard cleanly.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4846320" y="399592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69080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120640" y="40416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FIX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846320" y="431596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Standardised the data files between phases and built a shared loader module and a single stylesheet so every page looked and behaved consistently.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Achieved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" y="1463040"/>
            <a:ext cx="196596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6276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" y="2103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8932" y="278892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6604" y="1463040"/>
            <a:ext cx="196596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6276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38044" y="2103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2,873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2683764" y="278892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filtered out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31436" y="1463040"/>
            <a:ext cx="196596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62763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22876" y="2103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92%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4768596" y="278892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accuracy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16268" y="1463040"/>
            <a:ext cx="1965960" cy="1828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62763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07708" y="210312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4"/>
          <p:cNvSpPr/>
          <p:nvPr/>
        </p:nvSpPr>
        <p:spPr>
          <a:xfrm>
            <a:off x="6853428" y="278892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interactive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776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37033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delivered an end-to-end system: from raw review data, through trust-checking and sentiment analysis, to a live dashboard that turns messy feedback into clear, reliable insight.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WRAPPING 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5179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7160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237744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combined fake-review + sentiment workflow is feasible and useful.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Cleaner data leads to more trustworthy insights  even if accuracy stays similar.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simple, interpretable model (Logistic Regression) was the strongest performer.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371600"/>
            <a:ext cx="2743200" cy="5943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51790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37160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29000" y="2103120"/>
            <a:ext cx="237744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check review reliability before drawing business conclusions.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multiple detection signals  never rely on a single rule or model.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 technical results with a clear, accessible dashboard for decision-makers.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13716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371600"/>
            <a:ext cx="2743200" cy="594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5179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37160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09360" y="2103120"/>
            <a:ext cx="237744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modern language models (e.g. BERT) for richer context.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the same approach to other platforms.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sentiment over time per app version to spot regressions early.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  |  UFCFWQ-45-M  |  UWE Bristol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937760"/>
            <a:ext cx="54864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54864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54680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832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dashboard demo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36118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050" dirty="0"/>
              <a:t>https://uwe.cloud.panopto.eu/Panopto/Pages/Viewer.aspx?id=cd4d341e-e419-4778-ab63-b43b014989b7</a:t>
            </a:r>
          </a:p>
        </p:txBody>
      </p:sp>
      <p:sp>
        <p:nvSpPr>
          <p:cNvPr id="10" name="Shape 7"/>
          <p:cNvSpPr/>
          <p:nvPr/>
        </p:nvSpPr>
        <p:spPr>
          <a:xfrm>
            <a:off x="822960" y="42062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20624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code, data and report on GitLab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6072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 Team 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Pranika  •  Puja  •  Ajay</a:t>
            </a:r>
            <a:endParaRPr lang="en-US" sz="1100" dirty="0"/>
          </a:p>
          <a:p>
            <a:pPr marL="0" indent="0" algn="r">
              <a:buNone/>
            </a:pPr>
            <a:r>
              <a:rPr lang="en-US" sz="1100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Subhashree  •  Aharan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4434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BA3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UFCFWQ-45-M  •  UWE Bristol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1856</Words>
  <Application>Microsoft Office PowerPoint</Application>
  <PresentationFormat>On-screen Show (16:9)</PresentationFormat>
  <Paragraphs>333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Insight Quality in Amazon App Reviews</dc:title>
  <dc:subject>PptxGenJS Presentation</dc:subject>
  <dc:creator>IGP Team 11</dc:creator>
  <cp:lastModifiedBy>Puja gohel</cp:lastModifiedBy>
  <cp:revision>8</cp:revision>
  <dcterms:created xsi:type="dcterms:W3CDTF">2026-05-03T10:05:00Z</dcterms:created>
  <dcterms:modified xsi:type="dcterms:W3CDTF">2026-05-05T08:22:17Z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7CCB15A4ABD04974A0068EB79AE679B1_12</vt:lpwstr>
  </property>
</Properties>
</file>